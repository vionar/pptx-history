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C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96C6E-8CBE-4EDE-9DB6-233CB7211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069F1B-58A1-4F50-8B21-C42689BBA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82AFFE-F877-4D46-A666-2CEFB376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AA258E-61F9-48BD-84EC-63AF3ACD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B8F663-1AE3-4A11-ACB5-725B61A1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675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79B8D-8FF6-4B93-AB31-A3D964FC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3FEC0-1557-490A-A8FE-0D99A338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BEC89-2B2F-4BE7-B736-6D896BFB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2C252-64DD-4097-92BB-291A44D3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F9D68B-DBFD-4C9A-9840-C7EDA880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47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4D064-A419-454F-871F-ACD39353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FF83B5-79EE-4F6F-8819-E8F23D374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832508-55FF-413E-B880-49C6862D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C38257-63F9-4160-8E49-BA014E74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3591B-FA0A-4D45-8849-90DCCD54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47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C353-B205-4FD5-8FB3-C4B556F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806D6-03EA-4E1A-9FE2-387003145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9C986E-EF2E-4D35-BA36-0C38DE20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E66634-1D06-45FA-9BD2-333E29BF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8D43A0-90F5-49F7-89BB-69E19D39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47BF5C-270E-424F-B6CC-E9457E4B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48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6E436-8AE8-443F-AA3F-18F4452C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92B587-61F0-42A1-93AC-ADCFC1BBE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98279C-23F7-41C0-A64D-8A9D0E7F2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9759BC-EA60-4F8C-8937-8339283F1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1D6490-1452-4C7C-8D70-912BEFF1A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4F2526-C084-43B3-9BDC-6C9F32B3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F37B06-420B-464E-9653-FBB2E165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1F7080-2A42-439F-A276-D65C13E9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0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4F6AE-A446-4500-9BF4-F581F821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3922404-2E28-462A-BF0A-03006AE1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641ACD-B9AD-4A01-9D0C-B1C7838E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C719CA-1BED-4903-A270-551D47DB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66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CB69B10-7AFA-4440-BA02-A1F6D2E1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9D02BE-3A7D-4961-81FC-C02245D7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B851A5-01A6-4139-BCBD-7032FC71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21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15D6D-4E20-4EFE-AEC4-6CFA65EB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8097B3-91F2-432C-BA09-7C2AEE60B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9B12F1-A121-4727-97A4-B3CF955CC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1AFE39-BA71-47FB-8817-59F38D64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6A3D8B-23DB-4D77-AE64-C291F7F4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80636B-3358-4396-AE4D-A0C15458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4FBFF-242D-46DA-80A6-E4B07534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72F19E-5138-49FF-BE7E-8302AAD17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B5C71-1FFE-4C3E-AF05-CB579A5B5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602F4B-DCD9-442E-8B1D-9197B042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0B8E6F-63E7-464C-9534-F02EC3F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9A550C-48F3-4323-B47C-D4764FD2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89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35EDF-36F9-43DC-B2B9-1E11482F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20AFCA-2922-43F6-BFEF-B8EE80024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D6F02-04B3-4AB7-8FF7-18F25C68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2135D4-862F-4E9E-9355-B656AD53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759EFE-7F46-4A28-A219-0AA006FD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91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9D6FE6-FFFB-440E-B9D8-6CE49B914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C97FD1-4213-4253-9B1C-E9B36401B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C467F4-66F9-462C-9382-CEA1CE95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645B2-9CD8-45A7-B34F-09E4B568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7C8B7E-0D8A-4074-9707-3D67F84D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70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29BA-7353-4D23-9C31-376B6E31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EE297A-8496-40FD-B270-41B3D9B9F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CF873-D5A1-4DF0-8ABA-9F140243D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FB558-1DB9-417B-B4CC-69EDCBED5552}" type="datetimeFigureOut">
              <a:rPr lang="ru-RU" smtClean="0"/>
              <a:t>26.10.2021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CD7F7-36D4-4CAA-AEBD-7DC78D99C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833656-986C-46BA-B136-26D0382C5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343B6-43F9-4D1A-BE92-8A35503473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33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7EF7E-EBBB-4DD2-BAC8-101C56AE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425" y="1153319"/>
            <a:ext cx="9939131" cy="1655762"/>
          </a:xfrm>
        </p:spPr>
        <p:txBody>
          <a:bodyPr>
            <a:normAutofit/>
          </a:bodyPr>
          <a:lstStyle/>
          <a:p>
            <a:r>
              <a:rPr lang="ru-RU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Один день из жизни </a:t>
            </a:r>
            <a:r>
              <a:rPr lang="ru-RU" sz="5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Дворянина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A03004-5338-4C6E-876E-A13CC35F47AB}"/>
              </a:ext>
            </a:extLst>
          </p:cNvPr>
          <p:cNvSpPr/>
          <p:nvPr/>
        </p:nvSpPr>
        <p:spPr>
          <a:xfrm>
            <a:off x="-1" y="6506816"/>
            <a:ext cx="4041913" cy="351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u="sng" dirty="0">
                <a:solidFill>
                  <a:schemeClr val="tx1"/>
                </a:solidFill>
              </a:rPr>
              <a:t>Автор</a:t>
            </a:r>
            <a:r>
              <a:rPr lang="ru-RU" dirty="0">
                <a:solidFill>
                  <a:schemeClr val="tx1"/>
                </a:solidFill>
              </a:rPr>
              <a:t>: </a:t>
            </a:r>
            <a:r>
              <a:rPr lang="ru-RU" dirty="0" err="1">
                <a:solidFill>
                  <a:schemeClr val="tx1"/>
                </a:solidFill>
              </a:rPr>
              <a:t>Терёшкин</a:t>
            </a:r>
            <a:r>
              <a:rPr lang="ru-RU" dirty="0">
                <a:solidFill>
                  <a:schemeClr val="tx1"/>
                </a:solidFill>
              </a:rPr>
              <a:t> Владимир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B16E68-92D5-4B10-AF67-DD6FF6ED8C67}"/>
              </a:ext>
            </a:extLst>
          </p:cNvPr>
          <p:cNvSpPr/>
          <p:nvPr/>
        </p:nvSpPr>
        <p:spPr>
          <a:xfrm>
            <a:off x="8216347" y="6506817"/>
            <a:ext cx="3975653" cy="351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u="sng" dirty="0">
                <a:solidFill>
                  <a:schemeClr val="tx1"/>
                </a:solidFill>
                <a:hlinkClick r:id="rId3" action="ppaction://hlinksldjump"/>
              </a:rPr>
              <a:t>Техническая информация</a:t>
            </a:r>
            <a:endParaRPr lang="ru-RU" u="sng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D87116-C821-40F8-998D-51A41CB71DA4}"/>
              </a:ext>
            </a:extLst>
          </p:cNvPr>
          <p:cNvSpPr/>
          <p:nvPr/>
        </p:nvSpPr>
        <p:spPr>
          <a:xfrm>
            <a:off x="4041912" y="6513442"/>
            <a:ext cx="4174435" cy="3511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</a:rPr>
              <a:t>Дата сдачи</a:t>
            </a:r>
            <a:r>
              <a:rPr lang="ru-RU" dirty="0">
                <a:solidFill>
                  <a:schemeClr val="tx1"/>
                </a:solidFill>
              </a:rPr>
              <a:t>: 26.10.2021</a:t>
            </a:r>
            <a:endParaRPr lang="ru-RU" u="sng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10069-D029-4D1D-B460-FE1C8E2153B3}"/>
              </a:ext>
            </a:extLst>
          </p:cNvPr>
          <p:cNvSpPr txBox="1"/>
          <p:nvPr/>
        </p:nvSpPr>
        <p:spPr>
          <a:xfrm>
            <a:off x="1294228" y="2815706"/>
            <a:ext cx="9718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u="sng" dirty="0">
                <a:latin typeface="Candara" panose="020E0502030303020204" pitchFamily="34" charset="0"/>
              </a:rPr>
              <a:t>О</a:t>
            </a:r>
            <a:r>
              <a:rPr lang="ru-RU" sz="3200" dirty="0">
                <a:latin typeface="Candara" panose="020E0502030303020204" pitchFamily="34" charset="0"/>
              </a:rPr>
              <a:t>т лица дворянина</a:t>
            </a:r>
          </a:p>
        </p:txBody>
      </p:sp>
    </p:spTree>
    <p:extLst>
      <p:ext uri="{BB962C8B-B14F-4D97-AF65-F5344CB8AC3E}">
        <p14:creationId xmlns:p14="http://schemas.microsoft.com/office/powerpoint/2010/main" val="271491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61B10-D7AA-4D50-A722-92742EFC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51"/>
            <a:ext cx="10515600" cy="1325563"/>
          </a:xfrm>
          <a:noFill/>
          <a:ln>
            <a:noFill/>
          </a:ln>
          <a:effectLst/>
        </p:spPr>
        <p:txBody>
          <a:bodyPr>
            <a:normAutofit/>
          </a:bodyPr>
          <a:lstStyle/>
          <a:p>
            <a:r>
              <a:rPr lang="ru-RU" sz="6000" u="sng" dirty="0">
                <a:latin typeface="Candara" panose="020E0502030303020204" pitchFamily="34" charset="0"/>
              </a:rPr>
              <a:t>У</a:t>
            </a:r>
            <a:r>
              <a:rPr lang="ru-RU" sz="6000" dirty="0">
                <a:latin typeface="Candara" panose="020E0502030303020204" pitchFamily="34" charset="0"/>
              </a:rPr>
              <a:t>тро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B4FA192-E29C-4E60-A573-6ACD8DB2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u="sng" dirty="0"/>
              <a:t>П</a:t>
            </a:r>
            <a:r>
              <a:rPr lang="ru-RU" dirty="0"/>
              <a:t>росыпаюсь я как всегда в плохим настроением – мне опять придётся надеть этот немецкий мундир! К счастью или к сожалению, но теперь я обязан его носить.</a:t>
            </a:r>
          </a:p>
          <a:p>
            <a:r>
              <a:rPr lang="ru-RU" u="sng" dirty="0"/>
              <a:t>С</a:t>
            </a:r>
            <a:r>
              <a:rPr lang="ru-RU" dirty="0"/>
              <a:t>егодня в планах у меня пойти на учение солдат и потом сходить на ассамблею со своей женой и взрослой дочерью. Моя жена как раз освоила новую причёску и сегодня узнает насколько она ей идёт</a:t>
            </a:r>
          </a:p>
          <a:p>
            <a:r>
              <a:rPr lang="ru-RU" dirty="0"/>
              <a:t>Обязательно надо не забыть побрить бороду – за неё могут оштрафовать или спросить большой налог</a:t>
            </a:r>
            <a:r>
              <a:rPr lang="ru-RU" dirty="0">
                <a:latin typeface="Candara" panose="020E05020303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7334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" tmFilter="0, 0; .2, .5; .8, .5; 1, 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00" autoRev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" tmFilter="0, 0; .2, .5; .8, .5; 1, 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100" autoRev="1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0"/>
                            </p:stCondLst>
                            <p:childTnLst>
                              <p:par>
                                <p:cTn id="3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" tmFilter="0, 0; .2, .5; .8, .5; 1, 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100" autoRev="1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F6B17-71CC-4268-B54E-52C88742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u="sng" dirty="0">
                <a:latin typeface="Candara" panose="020E0502030303020204" pitchFamily="34" charset="0"/>
              </a:rPr>
              <a:t>Д</a:t>
            </a:r>
            <a:r>
              <a:rPr lang="ru-RU" sz="6000" dirty="0">
                <a:latin typeface="Candara" panose="020E0502030303020204" pitchFamily="34" charset="0"/>
              </a:rPr>
              <a:t>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8A8E13-9BDE-4885-9F80-23EC48F0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515504"/>
          </a:xfrm>
        </p:spPr>
        <p:txBody>
          <a:bodyPr/>
          <a:lstStyle/>
          <a:p>
            <a:r>
              <a:rPr lang="ru-RU" dirty="0"/>
              <a:t>Учу солдат… Я, правда, немного приболел в последнее время, но уходить в отставку я не могу – я буду уволенным с военной службы и назначен буду на «статную», то есть воеводой в провинциальный город, чиновником в новое учреждение или сборщиком подушной подати.</a:t>
            </a:r>
          </a:p>
        </p:txBody>
      </p:sp>
    </p:spTree>
    <p:extLst>
      <p:ext uri="{BB962C8B-B14F-4D97-AF65-F5344CB8AC3E}">
        <p14:creationId xmlns:p14="http://schemas.microsoft.com/office/powerpoint/2010/main" val="24549184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7CB81-F517-462F-B8EF-811161C8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u="sng" dirty="0">
                <a:latin typeface="Candara" panose="020E0502030303020204" pitchFamily="34" charset="0"/>
              </a:rPr>
              <a:t>В</a:t>
            </a:r>
            <a:r>
              <a:rPr lang="ru-RU" sz="6000" dirty="0">
                <a:latin typeface="Candara" panose="020E0502030303020204" pitchFamily="34" charset="0"/>
              </a:rPr>
              <a:t>ечер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D051F5-11FA-4245-B812-05B08339D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Сегодня вечером, как и планировалось, мы идём на ассамблею. Я надел Немецкий кафтан, а моя жена пышное платье с открытыми плечами. </a:t>
            </a:r>
          </a:p>
          <a:p>
            <a:r>
              <a:rPr lang="ru-RU" dirty="0"/>
              <a:t>Завтра планирую пройтись вечером по Летнему Саду и поиграть со знакомым в шахматы.</a:t>
            </a:r>
          </a:p>
        </p:txBody>
      </p:sp>
    </p:spTree>
    <p:extLst>
      <p:ext uri="{BB962C8B-B14F-4D97-AF65-F5344CB8AC3E}">
        <p14:creationId xmlns:p14="http://schemas.microsoft.com/office/powerpoint/2010/main" val="292884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A5459-15BE-4710-9F03-330221C3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Конец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CC6DF2-3A3F-4440-994D-112EB3B06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177"/>
            <a:ext cx="10515600" cy="594018"/>
          </a:xfrm>
        </p:spPr>
        <p:txBody>
          <a:bodyPr/>
          <a:lstStyle/>
          <a:p>
            <a:pPr marL="0" indent="0" algn="ctr">
              <a:buNone/>
            </a:pPr>
            <a:r>
              <a:rPr lang="ru-RU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пасибо за внимание!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CADF1A7-2B69-4437-A153-2322D7090476}"/>
              </a:ext>
            </a:extLst>
          </p:cNvPr>
          <p:cNvSpPr/>
          <p:nvPr/>
        </p:nvSpPr>
        <p:spPr>
          <a:xfrm flipV="1">
            <a:off x="496472" y="1690686"/>
            <a:ext cx="10857328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32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7BC1E-F892-4A8C-B86B-BFB1DF7A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D09BB-881B-44E7-AA49-3F2D02FA9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62633"/>
          </a:xfrm>
        </p:spPr>
        <p:txBody>
          <a:bodyPr/>
          <a:lstStyle/>
          <a:p>
            <a:r>
              <a:rPr lang="ru-RU" dirty="0"/>
              <a:t>Шрифты: </a:t>
            </a:r>
            <a:r>
              <a:rPr lang="en-US" dirty="0">
                <a:latin typeface="Candara" panose="020E0502030303020204" pitchFamily="34" charset="0"/>
              </a:rPr>
              <a:t>Candara, </a:t>
            </a:r>
            <a:r>
              <a:rPr lang="en-US" dirty="0"/>
              <a:t>Calibri.</a:t>
            </a:r>
          </a:p>
          <a:p>
            <a:r>
              <a:rPr lang="ru-RU" dirty="0"/>
              <a:t>Программа для создания: </a:t>
            </a:r>
            <a:r>
              <a:rPr lang="en-US" dirty="0"/>
              <a:t>PowerPoint 2019</a:t>
            </a:r>
            <a:endParaRPr lang="ru-RU" dirty="0"/>
          </a:p>
          <a:p>
            <a:r>
              <a:rPr lang="ru-RU" dirty="0"/>
              <a:t>Может запускаться с: </a:t>
            </a:r>
            <a:r>
              <a:rPr lang="en-US" dirty="0"/>
              <a:t>PowerPoint, LibreOffice Impress</a:t>
            </a:r>
          </a:p>
          <a:p>
            <a:r>
              <a:rPr lang="ru-RU" dirty="0"/>
              <a:t>Присутствуют внешние файлы</a:t>
            </a:r>
          </a:p>
        </p:txBody>
      </p:sp>
    </p:spTree>
    <p:extLst>
      <p:ext uri="{BB962C8B-B14F-4D97-AF65-F5344CB8AC3E}">
        <p14:creationId xmlns:p14="http://schemas.microsoft.com/office/powerpoint/2010/main" val="35915598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221</Words>
  <Application>Microsoft Office PowerPoint</Application>
  <PresentationFormat>Широкоэкранный</PresentationFormat>
  <Paragraphs>21</Paragraphs>
  <Slides>6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Candara</vt:lpstr>
      <vt:lpstr>Тема Office</vt:lpstr>
      <vt:lpstr>Один день из жизни Дворянина</vt:lpstr>
      <vt:lpstr>Утро</vt:lpstr>
      <vt:lpstr>День</vt:lpstr>
      <vt:lpstr>Вечер</vt:lpstr>
      <vt:lpstr>Конец</vt:lpstr>
      <vt:lpstr>Техническая информация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Один день из жизни Дворянина</dc:title>
  <dc:creator>Пользователь</dc:creator>
  <cp:lastModifiedBy>Пользователь</cp:lastModifiedBy>
  <cp:revision>9</cp:revision>
  <dcterms:created xsi:type="dcterms:W3CDTF">2021-10-26T17:48:35Z</dcterms:created>
  <dcterms:modified xsi:type="dcterms:W3CDTF">2021-10-26T19:30:31Z</dcterms:modified>
</cp:coreProperties>
</file>